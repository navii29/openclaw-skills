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Helvetica Neue"/>
              </a:defRPr>
            </a:pPr>
            <a:r>
              <a:t>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→ 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WIR SIND DIE EINZIGEN, DIE</a:t>
            </a:r>
          </a:p>
          <a:p>
            <a:r>
              <a:t>TECHNOLOGIE + HANDWERK</a:t>
            </a:r>
          </a:p>
          <a:p>
            <a:r>
              <a:t>VERBINDEN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377440"/>
            <a:ext cx="18288" cy="3657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  <a:latin typeface="Helvetica Neue"/>
              </a:defRPr>
            </a:pPr>
            <a:r>
              <a:t>ANDERE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Trad. Restauratoren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Keine Digitalisierung • Hohe Kosten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Reinigungsfirmen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Keine Restauration • Oberflächlich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SaaS-Plattformen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Kein Handwerk • Keine Ausführung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Helvetica Neue"/>
              </a:defRPr>
            </a:pPr>
            <a:r>
              <a:t>WIR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Tech-Plattform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46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Digitale Zustandserfassung • KI-gestützte Planung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Handwerks-Execution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605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Eigene Teams • Zertifizierte Restauratoren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548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Skalierbarkeit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074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Standardisierte Prozesse • 40% günstiger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52160"/>
            <a:ext cx="11091672" cy="914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UNSCHLAGBARER VORTEIL: TECHNOLOGIEFÜHRERSCHAFT + HANDWERKLICHE EXPERTISE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