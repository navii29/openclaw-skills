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Helvetica Neue"/>
              </a:defRPr>
            </a:pPr>
            <a:r>
              <a:t>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→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PHASENWEISE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99999"/>
                </a:solidFill>
                <a:latin typeface="Helvetica Neue"/>
              </a:defRPr>
            </a:pPr>
            <a:r>
              <a:t>DACH → TÜRKEI → EUROPA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JAHR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Helvetica Neue"/>
              </a:defRPr>
            </a:pPr>
            <a:r>
              <a:t>DACH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800 Gebäude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€1,6 Mio Umsatz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Fokus:</a:t>
            </a:r>
          </a:p>
          <a:p>
            <a:r>
              <a:t>• München &amp; Berlin</a:t>
            </a:r>
          </a:p>
          <a:p>
            <a:r>
              <a:t>• Property Manager</a:t>
            </a:r>
          </a:p>
          <a:p>
            <a:r>
              <a:t>• Referenzkunden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560320"/>
            <a:ext cx="18288" cy="3017520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JAHR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TÜRKEI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13.000 Gebäude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40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€26 Mio Umsatz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29768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Fokus:</a:t>
            </a:r>
          </a:p>
          <a:p>
            <a:r>
              <a:t>• Istanbul, Ankara</a:t>
            </a:r>
          </a:p>
          <a:p>
            <a:r>
              <a:t>• Hotelketten</a:t>
            </a:r>
          </a:p>
          <a:p>
            <a:r>
              <a:t>• Skalierung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560320"/>
            <a:ext cx="18288" cy="3017520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JAHR 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EUROPA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51.000 Gebäude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99999"/>
                </a:solidFill>
              </a:defRPr>
            </a:pPr>
            <a:r>
              <a:t>€102 Mio Umsatz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Fokus:</a:t>
            </a:r>
          </a:p>
          <a:p>
            <a:r>
              <a:t>• EU + UK</a:t>
            </a:r>
          </a:p>
          <a:p>
            <a:r>
              <a:t>• Franchise-Partner</a:t>
            </a:r>
          </a:p>
          <a:p>
            <a:r>
              <a:t>• Marktführer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1672" cy="9144"/>
          </a:xfrm>
          <a:prstGeom prst="rect">
            <a:avLst/>
          </a:prstGeom>
          <a:solidFill>
            <a:srgbClr val="6666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GESAMT: 65.000 GEBÄUDE | €130 MIO UMSATZ | 5 JAHRE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